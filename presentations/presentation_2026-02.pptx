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00"/>
                </a:solidFill>
                <a:latin typeface="Comic Sans MS"/>
              </a:rPr>
              <a:t>Февраль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FFFFFF"/>
                </a:solidFill>
                <a:latin typeface="Comic Sans MS"/>
              </a:rPr>
              <a:t>Отчёт для руководства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CCCCCC"/>
                </a:solidFill>
                <a:latin typeface="Comic Sans MS"/>
              </a:rPr>
              <a:t>Подготовил: Финансовый блок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0000"/>
                </a:solidFill>
                <a:latin typeface="Comic Sans MS"/>
              </a:rPr>
              <a:t>РЕЗУЛЬТАТЫ МЕСЯЦА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68580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3963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Доходы — направление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Сумма (млн)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vs прошл. мес. (%)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Доля (%)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Городские лектории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39.8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13.1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32.5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Онлайн-платформа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23.4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19.1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Издательство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17.2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4.9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14.0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Спецпроекты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21.0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-14.6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17.1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B2B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21.1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19.9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17.3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Итого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122.5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5.1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100.0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320040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Расходы — статья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Сумма (млн)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vs прошл. мес. (%)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Доля (%)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ФОТ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40.1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2.3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41.4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Аренда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13.5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12.5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13.9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Гонорары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16.2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8.7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16.7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Маркетинг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11.6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7.4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12.0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Операции / IT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6.6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6.8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Производство контента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8.9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-9.2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9.2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Итого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96.9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100.0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1264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F0000"/>
                </a:solidFill>
                <a:latin typeface="Comic Sans MS"/>
              </a:rPr>
              <a:t>EBITDA: 25.6 млн руб   |   Маржа EBITDA: 20.9%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0000"/>
                </a:solidFill>
                <a:latin typeface="Comic Sans MS"/>
              </a:rPr>
              <a:t>Флагманские проекты и KPI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120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Проект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План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Факт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Статус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Платформа 2.0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38.6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15.2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39.4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Идёт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B2B Сбер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28.0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9.4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33.6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Идёт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Региональная — Сибирь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21.0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5.3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25.2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Старт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Аудиокниги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9.4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46.8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Идёт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356616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8521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Метрика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Цель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Факт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Онлайн подписки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4600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4830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105.0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Билеты лектории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17500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17220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98.4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B2B контракты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100.0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NPS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47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106.8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00"/>
                </a:solidFill>
                <a:latin typeface="Comic Sans MS"/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Февраль закрыт лучше плана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Лектории — рост +13.1% к январю, восстановление после каникул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B2B — лучший месяц с прошлого ноября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Спецпроекты — просадка после январского фестиваля, ожидаемо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Платформа 2.0 — 39.4% выполнения, идём по графику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