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FFFF00"/>
                </a:solidFill>
                <a:latin typeface="Comic Sans MS"/>
              </a:rPr>
              <a:t>Январь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FFFFFF"/>
                </a:solidFill>
                <a:latin typeface="Comic Sans MS"/>
              </a:rPr>
              <a:t>Отчёт для руководства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CCCCCC"/>
                </a:solidFill>
                <a:latin typeface="Comic Sans MS"/>
              </a:rPr>
              <a:t>Подготовил: Финансовый блок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0000"/>
                </a:solidFill>
                <a:latin typeface="Comic Sans MS"/>
              </a:rPr>
              <a:t>РЕЗУЛЬТАТЫ МЕСЯЦА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685800"/>
          <a:ext cx="8595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3963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Доходы — направление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Сумма (млн)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vs прошл. мес. (%)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Доля (%)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Городские лектории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35.2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-4.1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30.2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Онлайн-платформа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22.8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5.6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19.5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Издательство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16.4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-2.3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14.1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Спецпроекты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24.6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12.4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21.1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B2B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17.6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-1.1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15.1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Итого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116.6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2.0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100.0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320040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429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Расходы — статья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Сумма (млн)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vs прошл. мес. (%)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Доля (%)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ФОТ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39.2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42.1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Аренда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12.0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-3.2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12.9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Гонорары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14.9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-5.7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16.0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Маркетинг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10.8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4.8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11.6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Операции / IT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6.4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1.6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6.9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Производство контента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9.8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-2.0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10.5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Итого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93.1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-0.4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100.0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1264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FF0000"/>
                </a:solidFill>
                <a:latin typeface="Comic Sans MS"/>
              </a:rPr>
              <a:t>EBITDA: 23.5 млн руб   |   Маржа EBITDA: 20.2%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0000"/>
                </a:solidFill>
                <a:latin typeface="Comic Sans MS"/>
              </a:rPr>
              <a:t>Флагманские проекты и KPI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5120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Проект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План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Факт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%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Статус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Зимний фестиваль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11.0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11.4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103.6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Закрыт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Платформа 2.0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38.6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8.4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21.8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Идёт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B2B Сбер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28.0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4.7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16.8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Старт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Аудиокниги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9.4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2.1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22.3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Идёт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356616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58521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Метрика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Цель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Факт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%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Онлайн подписки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4500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4720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104.9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Билеты лектории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17000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16100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94.7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B2B контракты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5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3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60.0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NPS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44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46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104.5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00"/>
                </a:solidFill>
                <a:latin typeface="Comic Sans MS"/>
              </a:rPr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FFFFFF"/>
                </a:solidFill>
                <a:latin typeface="Comic Sans MS"/>
              </a:rPr>
              <a:t>• Месяц закрыт в плюс по EBITDA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FFFFF"/>
                </a:solidFill>
                <a:latin typeface="Comic Sans MS"/>
              </a:rPr>
              <a:t>• Лектории — традиционная просадка после декабря, ожидаемо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FFFFF"/>
                </a:solidFill>
                <a:latin typeface="Comic Sans MS"/>
              </a:rPr>
              <a:t>• Спецпроекты — лучший месяц по доле в выручке (21.1%)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FFFFF"/>
                </a:solidFill>
                <a:latin typeface="Comic Sans MS"/>
              </a:rPr>
              <a:t>• Зимний фестиваль перевыполнил план на 3.6%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FFFFF"/>
                </a:solidFill>
                <a:latin typeface="Comic Sans MS"/>
              </a:rPr>
              <a:t>• Платформа 2.0 и B2B Сбер стартовали в плане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